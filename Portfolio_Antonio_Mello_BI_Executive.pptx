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1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9050">
            <a:solidFill>
              <a:srgbClr val="CB9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2560320" cy="411480"/>
          </a:xfrm>
          <a:prstGeom prst="round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ontserrat"/>
              </a:defRPr>
            </a:pPr>
            <a:r>
              <a:t>VISÃO COMPLETA, CONTROLE TOTAL.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Cockpit Executivo Estratégico</a:t>
            </a:r>
          </a:p>
          <a:p>
            <a:pPr>
              <a:defRPr sz="2800" b="1">
                <a:solidFill>
                  <a:srgbClr val="CB9727"/>
                </a:solidFill>
                <a:latin typeface="Montserrat"/>
              </a:defRPr>
            </a:pPr>
            <a:r>
              <a:t>&amp; Soluções Analíticas de Alta Performance</a:t>
            </a:r>
          </a:p>
          <a:p>
            <a:pPr>
              <a:spcBef>
                <a:spcPts val="1400"/>
              </a:spcBef>
              <a:defRPr sz="1400">
                <a:solidFill>
                  <a:srgbClr val="A0A6AF"/>
                </a:solidFill>
                <a:latin typeface="Montserrat"/>
              </a:defRPr>
            </a:pPr>
            <a:r>
              <a:t>Catálogo executivo de dashboards em Power BI e aplicações Fullstack Python conectadas a ERPs.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66+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Dashboards Criados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13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Áreas Corporativas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100%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Automação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206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Antonio Mello  |  Especialista em BI &amp; Engenharia de Dados</a:t>
            </a:r>
          </a:p>
          <a:p>
            <a:pPr>
              <a:defRPr sz="1000">
                <a:solidFill>
                  <a:srgbClr val="E5B74B"/>
                </a:solidFill>
                <a:latin typeface="Montserrat"/>
              </a:defRPr>
            </a:pPr>
            <a:r>
              <a:t>E-mail: acmello.106@gmail.com   •   São Paulo, SP   •   Power BI • DAX • SQL • Python • Oracle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36576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PERFIL PROFISSIONAL &amp; ARQUITETURA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A1C21"/>
          </a:solidFill>
          <a:ln w="19050">
            <a:solidFill>
              <a:srgbClr val="CB9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MODELAGEM &amp; BUSINESS INTELLIGENCE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Criação de Data Warehouses corporativos sob metodologia dimensional Star Schema (Fatos e Dimensões).</a:t>
            </a:r>
            <a:br/>
            <a:r>
              <a:t>• Fórmulas analíticas complexas com DAX Avançado, Time Intelligence e otimização VertiPaq.</a:t>
            </a:r>
            <a:br/>
            <a:r>
              <a:t>• Governança de dados de ponta a ponta com Row-Level Security (RLS) dinâmico por perfil e departamento.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645920"/>
            <a:ext cx="3383280" cy="438912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ENGENHARIA &amp; FULLSTACK ANALYTICS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Desenvolvimento de Cockpits e Portais Web em Python (Flask) integrados nativamente ao Oracle ERP Sankhya e MariaDB.</a:t>
            </a:r>
            <a:br/>
            <a:r>
              <a:t>• Automação total de pipelines de dados, dispensando licenciamentos por usuário em telas operacionais de chão e TV.</a:t>
            </a:r>
            <a:br/>
            <a:r>
              <a:t>• Painéis de alta disponibilidade com atualização em tempo real para TV de diretoria e equipes.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645920"/>
            <a:ext cx="3383280" cy="438912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IMPACTO &amp; VISÃO DE NEGÓCIO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Atuação direta com Diretores Executivos e Gerências para traduzir desafios operacionais em KPIs de tomada de ação.</a:t>
            </a:r>
            <a:br/>
            <a:r>
              <a:t>• Redução expressiva de ruptura de estoque através de módulos inteligentes de Demanda &amp; Reabastecimento.</a:t>
            </a:r>
            <a:br/>
            <a:r>
              <a:t>• Acompanhamento diário consolidado de DRE Gerencial, Comissões e Indicadores Financeiros/Vendas.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Cockpit Geral de Indicadores Estratégicos MQ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Visão macro corporativa com faturamento acumulado, pedidos totais e metas globais da empresa.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5_dre_consolidado_empres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Consolidado Empresa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Consolidado por Empresa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8_dre_gestores_____geral__diretoria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Gestores - Geral (Diretoria)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 do Exercício - DRE Executivo e Gerencial de Gestores.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7_dashboard_nubmetrics_-_diretor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 - Diretoria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de mercado, análise de vendas e tabelas de indicadores competitivos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Mensal (%) Performance Geral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de vendas mensal consolidado com metas corporativas e oscilacoes em tempo real.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acumulad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Acumulado do Ano (YTD)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vendas acumuladas no ano e atingimento de metas anuais.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trimest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Performance Trimestral (1T a 4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financeiro por trimestre: Despesas Fixas, Variaveis, Totais, Faturamento e Lucro Liquido.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todos_cana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Todos os Canais (Cockpit 6)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Visao executiva unificada dos 6 principais canais com relogios de meta e historico trimestral.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tegori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Categorias de Produtos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Distribuicao percentual e metas por categorias de produtos (Secadores, Pranchas, etc.).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marc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Marcas Corporativas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executiva e metas de faturamento por marcas corporativas (MQ Hair, Parlux).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Distribuicao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dedicado do canal Distribuicao com metas e indicadores diarios.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E-commerce MQ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em tempo real de vendas e metas do canal E-commerce MQ.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Varejo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de metas e vendas do canal Varejo Especializado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pai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Metas e exportacoes internacionais do canal Comercio Exterior.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Regional NO/ND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regional das vendas Norte e Nordeste.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Regional RJ/MG/ES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de vendas e atingimento de metas Rio de Janeiro, Minas e Espirito Santo.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Regional Sul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estrategico da Regional Sul do Brasil.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Mapa Brasil (Geografico)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Geolocalizacao de faturamento e rankings por estado e regioes do Brasil.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Empresa Consolidado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macro corporativo de faturamento e objetivos gerais da empresa.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Diario por Canal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Evolucao diaria dia-a-dia do faturamento realizado por canal.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marc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Diario por Marcas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Evolucao diaria de faturamento e share de marcas corporativas.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pai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Paises &amp; Exportacao Global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Mapa mundi e exportacoes internacionais com share por pais.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Estoque &amp; Previsao de Ruptura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de ruptura de estoque, giro e reposicao imediata.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3_dir__assistec__dashboard_forecast_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ASSISTEC. DASHBOARD FORECAST SPARE_PARTS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Previsão de demanda futura de peças sobressalentes e reposição (Spare Parts).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4_dre_assistencia_tecnica___sac_-_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Assistencia Tecnica &amp; SAC - Gestão de Res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Resultados. Acompanhamento de custos operacionais e garantias.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2_dashboard_r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R.A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reclamações, tempo de resposta e reputação no Reclame Aqui.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0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SAC &amp; Assistencia Técnica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Visão geral de atendimentos, chamados SAC e produtividade da assistência técnica.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SAC &amp; Assistencia Técnica 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Executivo &amp; Operacional da Diretoria de Assistência Técnica &amp; SAC (Versão Web). Indicadores de WhatsApp/CRC, Fale Conosco,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1_demanda_de_reabastecimen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Demanda de Reabastecimento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Planejamento de reposição e demanda de peças e componentes em estoque.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9_retorno_de_pe__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Retorno de Peças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 e rastreamento de devolução e retorno de peças para assistência técnica.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Painel de Performance Comercial &amp; Vendas B2B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Faturamento por região, margem por produto, ranking de clientes e curva ABC de vendas.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9_dir_dash_distribui____o_visao_g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DASH DISTRIBUIÇÃO VISAO GERAL- GESTOR - C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Distribuição e visão geral estratégica para gestores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DASH VISÃO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Visão consolidada de comércio exterior, importações e exportações.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1_dir__cml__acomp__perf__produto_e_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comercial de performance por produto e canal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2_dir__dash__performance_equipes_c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EQUIPES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Indicadores de produtividade e performance operacional das equipes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3_dir_cml__probabilidade_de_compras_-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DIR.CML. PROBABILIDADE DE COMPRAS -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Modelos preditivos e análise de probabilidade de compras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2_dre_comex_-_gest__o_de_resultad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Comex - Gestão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Comércio Exterior (Comex). Acompanhamento de faturamento líquido, margens e custos operacionais.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DESENV. PRODUTOS INDICADORES DE IMPORTA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Indicadores de importação, lead time, custos e desembaraço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7_dashboard_nubmetrics_-_diretor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DIR. DESNV. PRODUTOS - NUBMETRICS 10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Dashboard executivo da Diretoria de Desenvolvimento de Produtos - Nubmetrics (versão 10).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73_dir__assistec__dashboard_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RA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Gestão de chamados, reputação e índices de atendimento no Reclame Aqui da Assistência Técnica.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 ESTOQUE ATUAL CUSTO FINANCEIRO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Estoque atual e custo financeiro consolidado - Diretoria Comercial e Desenvolvimento.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DIR.DASH. ANALISE MARGEM CUSTO GER vs5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Análise gerencial de margens, composição de custos e rentabilidade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9_dre_desenvolvimento_de_produ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Desenvolvimento de Produtos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(DRE) da linha de desenvolvimento de produtos e projetos.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9_retorno_de_pe__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RETORNO DE PEÇAS.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Controle, índices de retorno e conformidade de peças em garantia.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7_shopping_pre__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PREÇO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Comparativo dinâmico de preços de produtos no mercado (Shopping de Preço).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7_dashboard_nubmetrics_-_diretor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DIR. DESNV. PRODUTOS -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competitiva, tendências de mercado e análise de produtos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4_dir__cml__mkt__plano_de_midia_2026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MKT. PLANO DE MIDIA 2026 -VS02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Planejamento e acompanhamento estratégico do plano de mídia de marketing e comercial 2026.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5_dir__dash__performance_equipes_2_0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EQUIPES 2.0 ECOMMERCE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metas, produtividade e performance da equipe de E-commerce 2.0.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8_dre_e-commer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E-commerce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- E-commerce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13_dre_gestores_____g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[Financeiro]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Gestores - Geral (Diretoria)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Consolidado MQ Professional (Diretoria e Gestores). Acompanhamento de faturamento, custos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Controle de Estoque &amp; Acuracidade (Inventário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Dashboard do Gerente de Logística: Acompanhamento de inventário físico, conferência contra Kardex, acuracidade (IRA), divergências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1_dashboard_demanda_reabastecimen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DEMANDA REABASTECIMENTO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 DASH LOGISTICA DEMANDA REABASTECIMENTO: Módulo nativo conectado ao Oracle Sankhya com cálculo de média de consumo, dias de 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0_dre_log__sti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Logística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- Logística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7_dashboard_log__stica_____ciclo_do_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Logística — Ciclo do Pedido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 DASH LOGISTICA CICLO DO PEDIDO: Acompanhamento de todas as etapas do pedido, lead time de separação, faturamento e expedição.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9_dashboard_log__stica_____invent__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Logística — Inventário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DIR.DASH LOGISTICA INVENTARIO: Acuracidade de armazém, inventário físico rotativo x saldo contábil, perdas e auditoria de posições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14_dre_rh_____recursos_human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[RH]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RH — Recursos Humanos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— Centro de Custo RH (9010000). Acompanhamento de despesas e custos operacionais de Recur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8_acompanhamento_diario_do_canal_-_f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ACOMPANHAMENTO DIARIO DO CANAL - FORA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Diário de Vendas, Marcas e YTD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7_dash__evolu____o_rede_e_prod__vis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EVOLUÇÃO REDE E PROD. VISÃO GER. FORA 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Evolução de Redes, Parceiros e Produtos Visão Geral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6_dir_cml_dash__profundidade_-_mix_-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CML DASH. PROFUNDIDADE - MIX - CARTEIRA F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Profundidade de Carteira e Mix de Produtos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4_dir__cml_dash__negocios_e_estrateg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DASH. NEGOCIOS E ESTRATEGIAS FORA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Comercial de Negócios e Estratégias Regionais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5_dir__cml_varejo_especializado_ges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VAREJO ESPECIALIZADO GESTOR FORA SP 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Gestão de Varejo Especializado, Parceiros e Curva ABC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- REG.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Performance por Produto e Canal Regional FSP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2_dir__dash__performance_equipe_ger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 GER. REGIONAL F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de Equipe, Metas e Faturamento Projetado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1_dre_mq_2_1_-_varejo_forasp_distrib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MQ.2.1 - VAREJO_FORASP_DISTRIBUICAO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DRE Varejo Fora SP &amp; Distribuição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2_dre_regional_fsp_____gest__o_de_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Regional FSP — Gestão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da Regional FSP (Distribuição 1020000, Varejo RJ 1010200, Varejo ND 1010300 e Varejo SUL 1010400). Aco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7_dashboard_nubmetrics_-_diretor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de mercado, análise de vendas e indicadores competitivos Nubmetrics da Regional FSP.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SELLOUT PROMOTOR VERSAO 1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e Apuração de Sell-out de Promotores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PREÇO 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Price Tracking e Shopping de Preços - Regional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EVOLUÇÃO REDE E PROD. VISÃO  GER. REGIO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Evolução de vendas da rede e de produtos com visão gerencial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CML DASH. PROFUNDIDADE - MIX- CARTEIRA RE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Análise profunda de mix de produtos, positivação e carteira de clientes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 VAREJO ESPECIALIZADO GESTOR SP.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Gestão e indicadores de vendas no canal Varejo Especializado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REG.SP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detalhado de performance por linha de produto e canal comercial.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3_dre_regional_sp_____gest__o_de_res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Regional SP – Gestão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(DRE) consolidado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Guelta (Ação Promocional AP)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executiva da campanha promocional Guelta (AP), vendas por loja, revendedora 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SELLOUT  PROMOTOR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e acompanhamento do volume de sell-out registrado pelos promotores de vendas.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PREÇO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competitiva, monitoramento e comparativo de preços de mercado (Shopping Preço).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TI &amp;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[TI &amp; BI]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teste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